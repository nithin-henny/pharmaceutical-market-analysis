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Bangladesh Pharmaceutical Market Analysis – Power BI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Data Analysis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6 pharmaceutical datasets.</a:t>
            </a:r>
          </a:p>
          <a:p>
            <a:r>
              <a:t>• Built data model with relationships.</a:t>
            </a:r>
          </a:p>
          <a:p>
            <a:r>
              <a:t>• Extracted price, dosage, package size.</a:t>
            </a:r>
          </a:p>
          <a:p>
            <a:r>
              <a:t>• Identified top dosage forms, manufacturers.</a:t>
            </a:r>
          </a:p>
          <a:p>
            <a:r>
              <a:t>• Competitor analysis for key medicines.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65A6A8-F58D-3C04-4F18-7DAADC3E9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917992"/>
            <a:ext cx="9000000" cy="502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9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B59CF-F799-E45B-F411-44BF6F7E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2185E-2EAF-B3BF-54E5-291CBB05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7" y="1062785"/>
            <a:ext cx="8839966" cy="47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8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F6E6CA-68B7-47B0-CDB9-59DF683D4006}"/>
              </a:ext>
            </a:extLst>
          </p:cNvPr>
          <p:cNvSpPr txBox="1"/>
          <p:nvPr/>
        </p:nvSpPr>
        <p:spPr>
          <a:xfrm>
            <a:off x="397933" y="550331"/>
            <a:ext cx="84666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💡 </a:t>
            </a:r>
            <a:r>
              <a:rPr lang="en-US" b="1" dirty="0"/>
              <a:t>Key Insights:</a:t>
            </a:r>
            <a:br>
              <a:rPr lang="en-US" dirty="0"/>
            </a:br>
            <a:r>
              <a:rPr lang="en-US" dirty="0"/>
              <a:t>• Tablet is the most widely available dosage form</a:t>
            </a:r>
            <a:br>
              <a:rPr lang="en-US" dirty="0"/>
            </a:br>
            <a:r>
              <a:rPr lang="en-US" dirty="0"/>
              <a:t>• Some generics have only one competitor — creating opportunities for new entrants</a:t>
            </a:r>
            <a:br>
              <a:rPr lang="en-US" dirty="0"/>
            </a:br>
            <a:r>
              <a:rPr lang="en-US" dirty="0"/>
              <a:t>• Manufacturer competitiveness varies significantly by drug class</a:t>
            </a:r>
            <a:br>
              <a:rPr lang="en-US" dirty="0"/>
            </a:br>
            <a:r>
              <a:rPr lang="en-US" dirty="0"/>
              <a:t>• Price does not always correlate directly with number of competitors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17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</Words>
  <Application>Microsoft Office PowerPoint</Application>
  <PresentationFormat>On-screen Show (4:3)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Bangladesh Pharmaceutical Market Analysis – Power BI Dashboard</vt:lpstr>
      <vt:lpstr>Project Summary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NITHIN CHILUVERU</cp:lastModifiedBy>
  <cp:revision>2</cp:revision>
  <dcterms:created xsi:type="dcterms:W3CDTF">2013-01-27T09:14:16Z</dcterms:created>
  <dcterms:modified xsi:type="dcterms:W3CDTF">2025-12-09T06:22:23Z</dcterms:modified>
  <cp:category/>
</cp:coreProperties>
</file>